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5C"/>
                </a:solidFill>
                <a:latin typeface="Arial"/>
              </a:rPr>
              <a:t>Texas Monthly Revenue 2022–2025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264026.11</c:v>
                </c:pt>
                <c:pt idx="1">
                  <c:v>257684.7</c:v>
                </c:pt>
                <c:pt idx="2">
                  <c:v>298898.19</c:v>
                </c:pt>
                <c:pt idx="3">
                  <c:v>283338.1</c:v>
                </c:pt>
                <c:pt idx="4">
                  <c:v>280290.77</c:v>
                </c:pt>
                <c:pt idx="5">
                  <c:v>262279.19</c:v>
                </c:pt>
                <c:pt idx="6">
                  <c:v>264196.98</c:v>
                </c:pt>
                <c:pt idx="7">
                  <c:v>280486.88</c:v>
                </c:pt>
                <c:pt idx="8">
                  <c:v>289602.27</c:v>
                </c:pt>
                <c:pt idx="9">
                  <c:v>354565.85</c:v>
                </c:pt>
                <c:pt idx="10">
                  <c:v>286561.65</c:v>
                </c:pt>
                <c:pt idx="11">
                  <c:v>295919.32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0"/>
            <a:ext cx="9144000" cy="64008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CADCFC"/>
                </a:solidFill>
              </a:rPr>
              <a:t>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EmporiUm Sales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Texas Territory  ·  2022 –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Dubem Nwaobia  ·  Year Up United Data Analytics Academy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About This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 was assigned to perform a sales analysis for 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</a:rPr>
              <a:t>EmporiUm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, a student bookstore chain that also sells tech products, art supplies, and other items.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96596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488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Texas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Territory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14600" y="2148840"/>
            <a:ext cx="19659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1488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South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Region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1965960" cy="13716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488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901 – 911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Stores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12280" y="2148840"/>
            <a:ext cx="1965960" cy="1371600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21488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Jeff "Howdy" Richards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Manager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Source: EmporiUm sample_sales database  ·  Period: January 2022 – December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Sales Analysis — Questions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960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What is total revenue overall for sales in the assigned territory, plus the start date and end date?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6184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What is the month by month revenue breakdown for the sales territory?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22576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22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2768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Provide a comparison of total revenue for the territory and the region it belongs 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9352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What is the number of transactions per month and average transaction size by product category?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593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Can you provide a ranking of in-store sales performance by each store in the territory?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What is your recommendation for where to focus sales attention in the next quarter?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Q1 — Total Revenue &amp; Date Range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02336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$3,417,850.01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Revenue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9202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286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2022-01-01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Start Date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31720" y="2286000"/>
            <a:ext cx="2011680" cy="9144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2025-12-31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End Date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519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686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QUERY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4251960" cy="16459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280160"/>
            <a:ext cx="40325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SUM(Sale_Amount) AS Total_Revenue,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MIN(Transaction_Date) AS Start_Date,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MAX(Transaction_Date) AS End_Date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Store_ID BETWEEN 901 AND 911;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383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Texas stores span Store IDs 901–911, covering 11 cities across the state.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Q2 — Month by Month Revenue Breakdown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38953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YEAR(Transaction_Date),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MONTHNAME(Transaction_Date) AS 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SUM(Sale_Amount) AS Monthly_Revenue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Store_ID BETWEEN 901 AND 911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YEAR(Transaction_Date),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MONTH(Transaction_Date)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YEAR(Transaction_Date),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MONTH(Transaction_Date);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4206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20624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88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$354,565.85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Peak Month (October)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2062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103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$257,684.70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Lowest Month (February)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7720" y="3017520"/>
            <a:ext cx="4206240" cy="7772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3017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$284,820.84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Avg Monthly (Average)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October consistently outperforms other months — a strong indicator of back-to-school and fall shopping cycles.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Q3 — Territory vs Region Revenue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052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$3,417,850.01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Texas Revenue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605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1887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$7,996,850.12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South Region Revenue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8503920" cy="82296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5146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42.7%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Texas Contribution to South Region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3474720"/>
            <a:ext cx="85039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74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QUERY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794760"/>
            <a:ext cx="8503920" cy="1097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886200"/>
            <a:ext cx="8284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SUM(Sale_Amount) 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Store_ID BETWEEN 901 AND 911) AS Texas_Revenue,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SUM(Sale_Amount) AS South_Region_Revenue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Store_Locations ON Store_Sales.Store_ID = Store_Locations.StoreId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Store_Locations.State IN ('Texas','South Carolina','Florida');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Q4 — Transactions per Month &amp; Avg Size by Category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82844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Inventory_Categories.Category,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MONTHNAME(Transaction_Date) AS 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COUNT(id) AS Num_Transactions,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AVG(Sale_Amount) AS Avg_Transaction_Size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Store_Locations ON Store_Sales.Store_ID = Store_Locations.StoreId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ON Store_Sales.Prod_Num = Products.ProdNum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Inventory_Categories ON Products.Categoryid = Inventory_Categories.Categoryid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Store_Locations.State = 'Texas'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Inventory_Categories.Category, MONTH(Transaction_Date);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85039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154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Technology &amp; Accessories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 carries the highest average transaction size across all months.
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October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 has the highest transaction count (2,380 transactions) — aligning with peak revenue month.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Q5 — Store Performance Ranking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38953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SUM(Sale_Amount) AS Total_Revenue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Store_Sales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Store_ID BETWEEN 901 AND 911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Store_ID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Total_Revenue DESC;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42062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 PERFORMERS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20624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88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$637,818.90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🥇 Store 905 — Beaumont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2062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103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~$350,000+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🥈 Store 902 — Austin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7720" y="3017520"/>
            <a:ext cx="4206240" cy="7772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3017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~$320,000+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🥉 Store 907 — Dallas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Store 905 in Beaumont leads the territory with $637,818.90 in total revenue — nearly double the 3rd place store.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Q6 — Recommendation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Where Should Texas Focus Next Quarter?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8503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Focus on Underperforming Stores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Direct sales attention to stores falling below territory averages. Use Store 905 Beaumont as a guide for best practices and floor strategy.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8503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Invest in High-Value Categories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Technology &amp; Accessories maintains the highest average transaction size across all months. Prioritizing this category through targeted promotions can increase overall revenue per transaction.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749040"/>
            <a:ext cx="85039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Capitalize on October Peak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October is the strongest revenue month. Plan inventory, staffing, and promotions ahead of this period to maximize the seasonal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Visualization — Monthly Revenue Breakdown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Question: What is the month by month revenue breakdown for the Texas territory?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88720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GitHub Repository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Project Repository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6400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7830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Repository:  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nwaobiivana-star/DataAnalytics-2026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SQL File:  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nwaobia_sales_analysis.sql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154680"/>
            <a:ext cx="6400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31546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Chart File:  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nwaobia_territory_chart.xlsx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38404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🎥 Video:  </a:t>
            </a:r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</a:rPr>
              <a:t>Link to be added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Dubem Nwaobia  ·  Year Up United Data Analytics Academy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EmporiUm Texas Sales Analysis</dc:title>
  <dc:subject>PptxGenJS Presentation</dc:subject>
  <dc:creator>Dubem Nwaobia</dc:creator>
  <cp:lastModifiedBy>Dubem Nwaobia</cp:lastModifiedBy>
  <cp:revision>1</cp:revision>
  <dcterms:created xsi:type="dcterms:W3CDTF">2026-05-01T10:18:22Z</dcterms:created>
  <dcterms:modified xsi:type="dcterms:W3CDTF">2026-05-01T10:18:22Z</dcterms:modified>
</cp:coreProperties>
</file>